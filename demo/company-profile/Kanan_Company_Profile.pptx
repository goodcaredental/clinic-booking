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Personalize. Founder names + real backgrounds if possible. Own the 'operator, not consultant' line — this is where prospects decide whether we're the right kind of vendor.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code runs both demo URLs — the tier flag is the difference. That's the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step 8. 'We don't ghost you after launch' is the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0116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0" b="1" i="0">
                <a:solidFill>
                  <a:srgbClr val="1B2A4A"/>
                </a:solidFill>
                <a:latin typeface="Georgia"/>
              </a:rPr>
              <a:t>kanan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  <a:latin typeface="Helvetica"/>
              </a:rPr>
              <a:t>your trusted right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1B2A4A"/>
                </a:solidFill>
                <a:latin typeface="Helvetica"/>
              </a:rPr>
              <a:t>Kanan Digital Enterprise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48056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6B7280"/>
                </a:solidFill>
                <a:latin typeface="Helvetica"/>
              </a:rPr>
              <a:t>Company profile ·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537960"/>
            <a:ext cx="1219169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F4F1EA"/>
                </a:solidFill>
                <a:latin typeface="Helvetica"/>
              </a:rPr>
              <a:t>kanan.my · hello@kanan.my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A Malaysian software studio, built by operators.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109441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2E4374"/>
                </a:solidFill>
                <a:latin typeface="Helvetica"/>
              </a:rPr>
              <a:t>Kanan — 'KAH-nahn' — means right in Malay. As in right hand. Dependable. Close by. The hand that carries what the main one can't.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109441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Founded in Malaysia by [Founder name 1] and [Founder name 2].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We build software agents — small, focused tools that automate the parts of a business that shouldn't need a human anymore.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Every product we ship is one we'd use ourselves in a business we could run.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500">
                <a:solidFill>
                  <a:srgbClr val="1B2A4A"/>
                </a:solidFill>
                <a:latin typeface="Helvetica"/>
              </a:rPr>
              <a:t>Not a consultancy chasing hours. Not a startup chasing venture rounds. An operating studio building products that fund themselves.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AI agents for Malaysian businesses.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One product per business problem. Deployed, supported, owned end-to-end.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2109155" cy="914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21091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74720"/>
            <a:ext cx="18348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Helvetica"/>
              </a:rPr>
              <a:t>Clinic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18348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C9A227"/>
                </a:solidFill>
                <a:latin typeface="Helvetica"/>
              </a:rPr>
              <a:t>SHIPPED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51959"/>
            <a:ext cx="17433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Helvetica"/>
              </a:rPr>
              <a:t>Patient self-booking + nurse queue + owner dashboard.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94955" y="237744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94955" y="2377440"/>
            <a:ext cx="2109155" cy="914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4955" y="2697480"/>
            <a:ext cx="21091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2115" y="3474720"/>
            <a:ext cx="18348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Helvetica"/>
              </a:rPr>
              <a:t>Personal Assistant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32115" y="3886200"/>
            <a:ext cx="18348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Helvetica"/>
              </a:rPr>
              <a:t>BUILDING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7835" y="4251959"/>
            <a:ext cx="17433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Helvetica"/>
              </a:rPr>
              <a:t>Meeting coordination + follow-ups + summary emails.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41270" y="237744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41270" y="2377440"/>
            <a:ext cx="2109155" cy="914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1270" y="2697480"/>
            <a:ext cx="21091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8430" y="3474720"/>
            <a:ext cx="18348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Helvetica"/>
              </a:rPr>
              <a:t>Purchase Order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8430" y="3886200"/>
            <a:ext cx="18348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Helvetica"/>
              </a:rPr>
              <a:t>BUILDING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4150" y="4251959"/>
            <a:ext cx="17433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Helvetica"/>
              </a:rPr>
              <a:t>PO extraction, LMW/FTZ checks, accounting sync.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585" y="237744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7585" y="2377440"/>
            <a:ext cx="2109155" cy="914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87585" y="2697480"/>
            <a:ext cx="21091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745" y="3474720"/>
            <a:ext cx="18348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Helvetica"/>
              </a:rPr>
              <a:t>PDF Translation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745" y="3886200"/>
            <a:ext cx="18348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Helvetica"/>
              </a:rPr>
              <a:t>BUILDING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465" y="4251959"/>
            <a:ext cx="17433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Helvetica"/>
              </a:rPr>
              <a:t>Long-form document translation with layout kept intact.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3900" y="2377440"/>
            <a:ext cx="2109155" cy="274320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3900" y="2377440"/>
            <a:ext cx="2109155" cy="9144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33900" y="2697480"/>
            <a:ext cx="210915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0" i="0">
                <a:solidFill>
                  <a:srgbClr val="1B2A4A"/>
                </a:solidFill>
                <a:latin typeface="Helvetica"/>
              </a:rPr>
              <a:t>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1060" y="3474720"/>
            <a:ext cx="18348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Helvetica"/>
              </a:rPr>
              <a:t>Marketing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1060" y="3886200"/>
            <a:ext cx="183483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  <a:latin typeface="Helvetica"/>
              </a:rPr>
              <a:t>BUILDING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6780" y="4251959"/>
            <a:ext cx="17433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Helvetica"/>
              </a:rPr>
              <a:t>Content pipeline + audit trail for regulated industries.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2E4374"/>
                </a:solidFill>
                <a:latin typeface="Helvetica"/>
              </a:rPr>
              <a:t>Every product starts with a real client's real workflow. We don't build for hypothetical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Small team. Real users. No middlemen.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4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10047" cy="201168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2860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Helvetica"/>
              </a:rPr>
              <a:t>We build in weeks, not months.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4861407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Helvetica"/>
              </a:rPr>
              <a:t>Prototype on your real data inside two weeks. If it doesn't earn the demo, we stop before you're committed.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3007" y="2011680"/>
            <a:ext cx="5410047" cy="201168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07327" y="22860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7327" y="24688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Helvetica"/>
              </a:rPr>
              <a:t>We stay after launch.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7327" y="2971800"/>
            <a:ext cx="4861407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Helvetica"/>
              </a:rPr>
              <a:t>No 3-month handover then radio silence. We're on WhatsApp when something breaks — and when you have a question.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297680"/>
            <a:ext cx="5410047" cy="201168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5720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Helvetica"/>
              </a:rPr>
              <a:t>Your data stays yours.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4861407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Helvetica"/>
              </a:rPr>
              <a:t>Hosted in Malaysia where possible (Supabase + Vercel). We don't train external AI models on your operational data. PDPA-aware from day one.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3007" y="4297680"/>
            <a:ext cx="5410047" cy="201168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7327" y="45720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7548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Helvetica"/>
              </a:rPr>
              <a:t>We don't force upgrades.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5257800"/>
            <a:ext cx="4861407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Helvetica"/>
              </a:rPr>
              <a:t>Feature tiers exist. Seat caps exist. But we top up seats on request — no forced tier bump just to add one more nurse.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Kanan Clinic Booking — a case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Our first shipped product. Live at demo clinics in KL, more onboarding through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Problem: Nurses at small dental clinics spent 30–50 min/day on WhatsApp — confirming, reminding, chasing. Owners had zero visibility.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What we built: Multi-tenant SaaS with patient self-booking (EN / 中文 / BM), nurse queue with pre-written WhatsApp templates, terminal-kiosk with PIN-per-action, owner dashboard with full audit trail.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Two tiers — Standard for single-doctor clinics; Premium adds a room flow (nurse check-in → doctor check-out with treatment logged), performance analytics, chair utilization heatmap.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300">
                <a:solidFill>
                  <a:srgbClr val="1B2A4A"/>
                </a:solidFill>
                <a:latin typeface="Helvetica"/>
              </a:rPr>
              <a:t>Outcome (indicative, ask for latest): no-show rate down, nurse WhatsApp time cut ~60%, owners can name their busiest day of the week for the first time.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194560"/>
            <a:ext cx="3840480" cy="182880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840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0690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Owner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480560"/>
            <a:ext cx="3840480" cy="1828800"/>
          </a:xfrm>
          <a:prstGeom prst="rect">
            <a:avLst/>
          </a:prstGeom>
          <a:solidFill>
            <a:srgbClr val="F4F1EA"/>
          </a:solidFill>
          <a:ln w="19050">
            <a:solidFill>
              <a:srgbClr val="E3C7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4480560"/>
            <a:ext cx="3840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3550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Helvetica"/>
              </a:rPr>
              <a:t>Terminal lockscreen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Start to finish — no surprises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6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Talk to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WhatsApp or a short call. Tell us what's slowing you down.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0823" y="182880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9423" y="20574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423" y="219456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423" y="269748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Scoping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423" y="310896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Longer conversation. No sales deck.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6" y="182880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1606" y="20574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6" y="219456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6" y="269748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Workflow map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310896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Map your current ops + where software fits.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5189" y="182880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303789" y="205740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3789" y="219456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3789" y="269748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Written proposal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3789" y="310896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1-page scope, timeline, price. Push back where it doesn't fit.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2336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251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38912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Working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0352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On your real data, in weeks not months.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90823" y="402336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19423" y="4251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9423" y="438912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9423" y="489204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Commercial agreed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9423" y="530352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Full commercial agreed once the demo proves out.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33006" y="402336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61606" y="4251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1606" y="438912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61606" y="489204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Setup + training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61606" y="530352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Team trained, real users on the system. WhatsApp throughout.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75189" y="4023360"/>
            <a:ext cx="2567863" cy="19202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03789" y="4251960"/>
            <a:ext cx="457200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3789" y="438912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Georgia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3789" y="4892040"/>
            <a:ext cx="211066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B2A4A"/>
                </a:solidFill>
                <a:latin typeface="Helvetica"/>
              </a:rPr>
              <a:t>Ongoing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03789" y="5303520"/>
            <a:ext cx="211066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We're still here. That's the whole business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Two founders. That's the whole team, for now.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7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929487" y="2194560"/>
            <a:ext cx="50292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9487" y="2194560"/>
            <a:ext cx="5029200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95247" y="2560320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Helvetica"/>
              </a:rPr>
              <a:t>[Founder name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247" y="31546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9A227"/>
                </a:solidFill>
                <a:latin typeface="Helvetica"/>
              </a:rPr>
              <a:t>Co-founder · [Product &amp; Engineering]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247" y="361188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Helvetica"/>
              </a:rPr>
              <a:t>[1-line bio — background, focus area, what they own inside Kanan]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007" y="2194560"/>
            <a:ext cx="5029200" cy="237744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3007" y="2194560"/>
            <a:ext cx="5029200" cy="13716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2560320"/>
            <a:ext cx="4297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Helvetica"/>
              </a:rPr>
              <a:t>[Founder name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8767" y="31546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C9A227"/>
                </a:solidFill>
                <a:latin typeface="Helvetica"/>
              </a:rPr>
              <a:t>Co-founder · [Client &amp; Ops]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361188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Helvetica"/>
              </a:rPr>
              <a:t>[1-line bio — background, focus area, what they own inside Kanan]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1">
                <a:solidFill>
                  <a:srgbClr val="1B2A4A"/>
                </a:solidFill>
                <a:latin typeface="Helvetica"/>
              </a:rPr>
              <a:t>We answer our own WhatsApp. If you sign with us, you won't be handed off to a junior.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Hiring plan: one engineer + one ops person once we've supported five paying customers through a full cycle. Slow by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Your data stays yours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Trust before technology.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Hosted in Malaysia wherever possible (Supabase + Vercel). Data stays within the ASEAN legal envelope.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PDPA-aware — patient / customer data export any time, schema visible on request, no third-party analytics.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We don't train external AI models on your operational data. Inference runs against your data only during the request.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You own your backups. Owners can download a full CSV any day; daily auto-email backup available.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C9A227"/>
                </a:solidFill>
                <a:latin typeface="Helvetica"/>
              </a:rPr>
              <a:t>●  </a:t>
            </a:r>
            <a:r>
              <a:rPr sz="1400">
                <a:solidFill>
                  <a:srgbClr val="1B2A4A"/>
                </a:solidFill>
                <a:latin typeface="Helvetica"/>
              </a:rPr>
              <a:t>Clear scope line — clinical records / X-rays / sterilization logs stay in your EMR, not in our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Helvetica"/>
              </a:rPr>
              <a:t>Kanan Digital Enterprise · SSM Enterprise registration in progress · Kuala Lumpur, Malaysia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Scope discipline is a feature.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2E4374"/>
                </a:solidFill>
                <a:latin typeface="Helvetica"/>
              </a:rPr>
              <a:t>We say no to things that would dilute the products for the businesses that actually use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109441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—  </a:t>
            </a:r>
            <a:r>
              <a:rPr sz="1500">
                <a:solidFill>
                  <a:srgbClr val="1B2A4A"/>
                </a:solidFill>
                <a:latin typeface="Helvetica"/>
              </a:rPr>
              <a:t>We don't build medical record systems. Clinic Booking is an ops layer, not an EMR — if you need an EMR we'll point you at one that does it well.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—  </a:t>
            </a:r>
            <a:r>
              <a:rPr sz="1500">
                <a:solidFill>
                  <a:srgbClr val="1B2A4A"/>
                </a:solidFill>
                <a:latin typeface="Helvetica"/>
              </a:rPr>
              <a:t>We don't do fixed-price 'digital transformation' projects. We ship one working thing, then the next.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—  </a:t>
            </a:r>
            <a:r>
              <a:rPr sz="1500">
                <a:solidFill>
                  <a:srgbClr val="1B2A4A"/>
                </a:solidFill>
                <a:latin typeface="Helvetica"/>
              </a:rPr>
              <a:t>We don't sell AI as a feature. We ship products that happen to use AI where it earns its keep. If a simple form works better than an agent, we build the form.</a:t>
            </a:r>
          </a:p>
          <a:p>
            <a:pPr>
              <a:spcBef>
                <a:spcPts val="1200"/>
              </a:spcBef>
            </a:pPr>
            <a:r>
              <a:rPr sz="1500" b="1">
                <a:solidFill>
                  <a:srgbClr val="C9A227"/>
                </a:solidFill>
                <a:latin typeface="Helvetica"/>
              </a:rPr>
              <a:t>—  </a:t>
            </a:r>
            <a:r>
              <a:rPr sz="1500">
                <a:solidFill>
                  <a:srgbClr val="1B2A4A"/>
                </a:solidFill>
                <a:latin typeface="Helvetica"/>
              </a:rPr>
              <a:t>We don't take on projects we can't support for two years. Small team, deep bench per product. When we take you on, we're on for the whole ride.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457200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1B2A4A"/>
                </a:solidFill>
                <a:latin typeface="Helvetica"/>
              </a:rPr>
              <a:t>Let's have a conversation.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Helvetica"/>
              </a:rPr>
              <a:t>Kanan Digital Enterprise · kanan.my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9224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Helvetica"/>
              </a:rPr>
              <a:t>10 /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11094415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109441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4F1EA"/>
                </a:solidFill>
                <a:latin typeface="Helvetica"/>
              </a:rPr>
              <a:t>WhatsApp +60 12-347 8126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E3C76A"/>
                </a:solidFill>
                <a:latin typeface="Helvetica"/>
              </a:rPr>
              <a:t>hello@kanan.my   ·   kanan.my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B7280"/>
                </a:solidFill>
                <a:latin typeface="Helvetica"/>
              </a:rPr>
              <a:t>Product demos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9487" y="4663440"/>
            <a:ext cx="5029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2E4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29487" y="4663440"/>
            <a:ext cx="5029200" cy="109728"/>
          </a:xfrm>
          <a:prstGeom prst="rect">
            <a:avLst/>
          </a:prstGeom>
          <a:solidFill>
            <a:srgbClr val="2E4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487" y="4937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Helvetica"/>
              </a:rPr>
              <a:t>Clinic Booking ·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487" y="5349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Helvetica"/>
              </a:rPr>
              <a:t>standard-demo.kanan.my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7" y="4663440"/>
            <a:ext cx="502920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3007" y="466344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49377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B2A4A"/>
                </a:solidFill>
                <a:latin typeface="Helvetica"/>
              </a:rPr>
              <a:t>Clinic Booking · Premium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53492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Helvetica"/>
              </a:rPr>
              <a:t>premium-demo.kanan.my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30936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Helvetica"/>
              </a:rPr>
              <a:t>No pitches on the first call. Just tell us what's not working, and we'll tell you honestly whether software is the right answer.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